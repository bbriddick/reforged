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honest struggle. See script section 1 (0:00-1:00).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deeper struggle. Script section 2 (1:00-2:15).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turning point. Script section 3 (2:15-3:15).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Reforged actually is. Script section 4 (3:15-5:00).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it's changed my everyday life. Script section 5 (5:00-6:00). Drop in your specific verse/moment here when speaking.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bigger point. Script section 6 (6:00-7:00).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the challenge. Script section 7 (7:00-8:00).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/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eforged_talk/assets/mark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3172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MADE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278892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Reforged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habit with God's Word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Boaz Briddick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6035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wasn’t 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problem.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 habit problem.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knew Psalm 1. I could tell you why Scripture mattered. I just wasn’t living it — and the tools that helped me build every other habit had nothing to do with my Bible reading.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86600" y="1371600"/>
            <a:ext cx="4480560" cy="40233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5236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PSALM 1:2–3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52360" y="21945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9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“His delight is in the law of the Lord, and on his law he meditates day and night. He is like a tree planted by streams of water.”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52360" y="4754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ESV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I started building.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company. Not a business plan. Just something for me — a way to actually keep a reading habit, and a way to memorize Scripture that didn’t rely on willpower.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became Reforged.</a:t>
            </a:r>
            <a:endParaRPr lang="en-US" sz="2000" dirty="0"/>
          </a:p>
        </p:txBody>
      </p:sp>
      <p:pic>
        <p:nvPicPr>
          <p:cNvPr id="5" name="Image 0" descr="/tmp/reforged_talk/assets/screens/phone1_t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0" y="502920"/>
            <a:ext cx="2971800" cy="59436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Reforged actually 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translations, clean and ad-free. Tap any word for the original Hebrew or Greek.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1600200"/>
            <a:ext cx="502920" cy="50292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06240" y="2240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06240" y="27432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— the same method language apps use — so verses move into long-term memory.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0" y="1600200"/>
            <a:ext cx="502920" cy="502920"/>
          </a:xfrm>
          <a:prstGeom prst="ellipse">
            <a:avLst/>
          </a:prstGeom>
          <a:solidFill>
            <a:srgbClr val="33996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0" y="2240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0" y="27432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streaks and gentle daily nudges, pointed at something eternal instead of a gym ring.</a:t>
            </a:r>
            <a:endParaRPr lang="en-US" sz="1400" dirty="0"/>
          </a:p>
        </p:txBody>
      </p:sp>
      <p:pic>
        <p:nvPicPr>
          <p:cNvPr id="15" name="Image 0" descr="/tmp/reforged_talk/assets/screens/phone1_t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10356" y="4114800"/>
            <a:ext cx="1285528" cy="25603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pic>
      <p:pic>
        <p:nvPicPr>
          <p:cNvPr id="16" name="Image 1" descr="/tmp/reforged_talk/assets/screens/phone2_tigh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53084" y="4114800"/>
            <a:ext cx="1285528" cy="25603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pic>
      <p:pic>
        <p:nvPicPr>
          <p:cNvPr id="17" name="Image 2" descr="/tmp/reforged_talk/assets/screens/phone3_tigh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95811" y="4114800"/>
            <a:ext cx="1285528" cy="25603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for 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3429000" cy="4023360"/>
          </a:xfrm>
          <a:prstGeom prst="roundRect">
            <a:avLst>
              <a:gd name="adj" fmla="val 4000"/>
            </a:avLst>
          </a:prstGeom>
          <a:solidFill>
            <a:srgbClr val="3D3D3D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1945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D4A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D4A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384048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the path of least resistance now — the notification I already trust.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480560" y="1828800"/>
            <a:ext cx="3429000" cy="4023360"/>
          </a:xfrm>
          <a:prstGeom prst="roundRect">
            <a:avLst>
              <a:gd name="adj" fmla="val 4000"/>
            </a:avLst>
          </a:prstGeom>
          <a:solidFill>
            <a:srgbClr val="3D3D3D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21945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D4A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comes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D4A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to me.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54880" y="384048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Verses I’ve memorized surface in traffic, in hard conversations, at 2am.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0" y="1828800"/>
            <a:ext cx="3429000" cy="4023360"/>
          </a:xfrm>
          <a:prstGeom prst="roundRect">
            <a:avLst>
              <a:gd name="adj" fmla="val 4000"/>
            </a:avLst>
          </a:prstGeom>
          <a:solidFill>
            <a:srgbClr val="3D3D3D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21945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D4A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in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D4A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heart.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503920" y="384048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only read gets forgotten by Tuesday. Scripture memorized is there when I need it.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169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isn’t really</a:t>
            </a:r>
            <a:endParaRPr lang="en-US" sz="4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an app.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0"/>
            <a:ext cx="9418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God’s Word was never meant to be something we visit when we feel spiritual enough.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meant to be daily bread — ordinary, built into the rhythm of a life.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914400"/>
            <a:ext cx="9601200" cy="3291840"/>
          </a:xfrm>
          <a:prstGeom prst="roundRect">
            <a:avLst>
              <a:gd name="adj" fmla="val 5556"/>
            </a:avLst>
          </a:prstGeom>
          <a:solidFill>
            <a:srgbClr val="3D3D3D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737360" y="12801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PSALM 119:105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1737360"/>
            <a:ext cx="8686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“Your word is a lamp to my feet</a:t>
            </a:r>
            <a:endParaRPr lang="en-US" sz="3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light to my path.”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80160" y="4572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small, honest way to be in God’s Word tomorrow morning.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80160" y="5257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so small you can’t talk yourself out of 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eforged_talk/assets/mark-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9659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6118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0" y="4434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Reforged — Bible Study &amp; Memory  ·  Free, ad-free, reader-supported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4892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 the App Store  ·  reforgedapp.org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2026-08-22T02:08:59Z</dcterms:created>
  <dcterms:modified xsi:type="dcterms:W3CDTF">2026-08-22T02:08:59Z</dcterms:modified>
</cp:coreProperties>
</file>